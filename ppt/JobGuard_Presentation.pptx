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16002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protection for job seekers using 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777240"/>
            <a:ext cx="237744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941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29400" y="1435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237744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313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629400" y="2807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Trained 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3520440"/>
            <a:ext cx="237744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29400" y="41788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Speed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Anees  ·  Stack: Next.js · FastAPI · scikit-learn · Vercel · Render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fake jobs are dangerous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993392" cy="3108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199339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17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lose average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per incident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fake fees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371600"/>
            <a:ext cx="1993392" cy="3108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371600"/>
            <a:ext cx="199339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87752" y="217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87752" y="26060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documents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for illegal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by scammers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93392" cy="3108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371600"/>
            <a:ext cx="199339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64024" y="217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64024" y="26060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job search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pursuing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non-existent roles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371600"/>
            <a:ext cx="1993392" cy="3108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371600"/>
            <a:ext cx="199339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0296" y="217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spot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0296" y="26060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scams mimic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postings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professional tone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JobGuard uses AI to analyze job postings instantly — protecting seekers before they apply.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74320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89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87452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92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242316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41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97180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90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352044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38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4251960"/>
            <a:ext cx="2423160" cy="34747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4251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1325880"/>
            <a:ext cx="274320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32588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389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87452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892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42316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441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97180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990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352044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3538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83280" y="4251960"/>
            <a:ext cx="24231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4251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Render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1325880"/>
            <a:ext cx="2743200" cy="3474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1325880"/>
            <a:ext cx="27432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13898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7648" y="187452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1892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27648" y="242316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2441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27648" y="297180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2990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27648" y="3520440"/>
            <a:ext cx="2423160" cy="420624"/>
          </a:xfrm>
          <a:prstGeom prst="rect">
            <a:avLst/>
          </a:prstGeom>
          <a:solidFill>
            <a:srgbClr val="22263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3538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27648" y="4251960"/>
            <a:ext cx="242316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42519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model.pkl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detection model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01168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029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fields combined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string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2057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87168" y="1371600"/>
            <a:ext cx="201168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24328" y="2029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24328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+ bigrams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98848" y="2057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00016" y="1371600"/>
            <a:ext cx="201168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37176" y="2029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37176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11696" y="20574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12864" y="1371600"/>
            <a:ext cx="2011680" cy="19202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50024" y="2029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50024" y="24231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Fake/Real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4930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1627632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319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EMSCAD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" y="4389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0" y="3840480"/>
            <a:ext cx="1627632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39319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17,880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103120" y="4389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49040" y="3840480"/>
            <a:ext cx="1627632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9319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866 (4.8%)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840480" y="4389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0" y="3840480"/>
            <a:ext cx="1627632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9319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77840" y="4389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23760" y="3840480"/>
            <a:ext cx="1627632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9319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15200" y="4389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multi-signal detection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53312"/>
            <a:ext cx="8595360" cy="749808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53312"/>
            <a:ext cx="548640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465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 trained on 18,000 jobs. Baseline 97.4% accuracy.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03704"/>
            <a:ext cx="8595360" cy="749808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03704"/>
            <a:ext cx="5486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591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5968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contradictions: high salary + no requirements, fee requests, urgent language.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54096"/>
            <a:ext cx="8595360" cy="749808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54096"/>
            <a:ext cx="54864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0954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472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ML + rules into 0–100 score. Maps to Low / Medium / High risk verdict.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904488"/>
            <a:ext cx="8595360" cy="749808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04488"/>
            <a:ext cx="54864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599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check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976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email spoofing: hr@google-careers.com ≠ google.com. Free email flag.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JobGuard powerful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4206240" cy="107899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" y="1435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auto-scanner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job link from Indeed, Glassdoor, or company pages. System fetches, reads, and analyzes it automatically.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206240" cy="107899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81328"/>
            <a:ext cx="5029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1435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0" y="17373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+ rule engine + trust score + domain check. Even professionally-written fake jobs get caught.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4206240" cy="107899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9748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 second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" y="29535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on server startup stays in RAM permanently. No reload per request — instant predictions.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14600"/>
            <a:ext cx="4206240" cy="107899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697480"/>
            <a:ext cx="5029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with docs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0" y="29535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FastAPI backend with auto-generated /docs page. Any developer can test the /predict endpoint live.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30752"/>
            <a:ext cx="4206240" cy="107899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13632"/>
            <a:ext cx="5029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51560" y="416966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desktop, tablet, and mobile. CSS Modules with custom responsive breakpoints.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30752"/>
            <a:ext cx="4206240" cy="107899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913632"/>
            <a:ext cx="502920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flags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0" y="416966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fake/real — shows a 0–100 trust score, risk level, and specific warning flags detected.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— user to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417320"/>
            <a:ext cx="1572768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417320"/>
            <a:ext cx="1572768" cy="2286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80136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73936" y="18928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75104" y="1417320"/>
            <a:ext cx="1572768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1417320"/>
            <a:ext cx="1572768" cy="2286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75104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48256" y="180136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18928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1417320"/>
            <a:ext cx="1572768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417320"/>
            <a:ext cx="157276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22192" y="180136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21808" y="18928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417320"/>
            <a:ext cx="1572768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1417320"/>
            <a:ext cx="1572768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96128" y="180136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95744" y="189280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96912" y="1417320"/>
            <a:ext cx="1572768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6912" y="1417320"/>
            <a:ext cx="1572768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14356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70064" y="180136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" y="28346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75104" y="28346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/predict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8346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4 layers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22976" y="283464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246120"/>
            <a:ext cx="8595360" cy="1572768"/>
          </a:xfrm>
          <a:prstGeom prst="rect">
            <a:avLst/>
          </a:prstGeom>
          <a:solidFill>
            <a:srgbClr val="0D0F1A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— /predict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361188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"prediction": "fake",  "confidence": 0.9412,  "trust_score": 14,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"high",   "flags": ["High salary + no requirements", "Urgency detected"],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"label": "High risk",   "message": "Multiple fraud signals detected." 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live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993392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44475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199339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1993392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44475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78608" y="199339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recall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93392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44475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73168" y="199339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precision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1280160"/>
            <a:ext cx="1993392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144475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67728" y="199339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(fake)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4206240" cy="2212848"/>
          </a:xfrm>
          <a:prstGeom prst="rect">
            <a:avLst/>
          </a:prstGeom>
          <a:solidFill>
            <a:srgbClr val="1A1D27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33472"/>
            <a:ext cx="4206240" cy="2926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700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— 94% confidence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072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Clerk — Work From Home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Solutions Inc · Remote · $5,000/week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High salary + no requirements · Urgency detected · Generic company name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633472"/>
            <a:ext cx="4206240" cy="2212848"/>
          </a:xfrm>
          <a:prstGeom prst="rect">
            <a:avLst/>
          </a:prstGeom>
          <a:solidFill>
            <a:srgbClr val="1A1D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633472"/>
            <a:ext cx="42062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700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98% confidence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072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 — React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4632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San Francisco, CA · $130k–$160k/year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86791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Specific requirements · Market salary · Professional language · Real domain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scale — free tier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3520440"/>
          </a:xfrm>
          <a:prstGeom prst="rect">
            <a:avLst/>
          </a:prstGeom>
          <a:solidFill>
            <a:srgbClr val="1A1D2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743200" cy="320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807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fake-job-posting-detector.vercel.app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Next.js 14 App Router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Auto-deploy on GitHub push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NEXT_PUBLIC_API_URL env var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Global CDN edge network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1325880"/>
            <a:ext cx="2743200" cy="352044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325880"/>
            <a:ext cx="2743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3807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55848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55848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fake-job-posting-detector-q82v.onrender.com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55848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FastAPI + uvicorn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Root directory: /backend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3.11 environment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55848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model.pkl in GitHub repo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1325880"/>
            <a:ext cx="2743200" cy="3520440"/>
          </a:xfrm>
          <a:prstGeom prst="rect">
            <a:avLst/>
          </a:prstGeom>
          <a:solidFill>
            <a:srgbClr val="1A1D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1325880"/>
            <a:ext cx="274320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38074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0216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0216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github.com/IaM-AnEeS/Fake-Job-Posting-Detector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0216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Mono-repo: /frontend + /backend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0216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CI/CD triggers on push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0216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model.pkl version controlled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0216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Public repository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54864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ML web app built and deployed in 7 days solo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9384"/>
            <a:ext cx="54864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476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accurate model trained on 18,000 real-world job postings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505456"/>
            <a:ext cx="54864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237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detection system — ML + rules + trust score + domain check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3081528"/>
            <a:ext cx="54864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98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auto-scanner reads any job page and runs full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54864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758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on Vercel + Render with CI/CD via GitHub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2560320" cy="3364992"/>
          </a:xfrm>
          <a:prstGeom prst="rect">
            <a:avLst/>
          </a:prstGeom>
          <a:solidFill>
            <a:srgbClr val="1A1D27"/>
          </a:solidFill>
          <a:ln w="12700">
            <a:solidFill>
              <a:srgbClr val="2D31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18745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21214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fake-job-posting-detector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.vercel.app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46520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6520" y="30358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fake-job-posting-detector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-q82v.onrender.com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46520" y="3703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46520" y="39502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github.com/IaM-AnEeS/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Fake-Job-Posting-Detector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Job Posting Detection System</dc:title>
  <dc:subject>PptxGenJS Presentation</dc:subject>
  <dc:creator>Anees</dc:creator>
  <cp:lastModifiedBy>Anees</cp:lastModifiedBy>
  <cp:revision>1</cp:revision>
  <dcterms:created xsi:type="dcterms:W3CDTF">2026-04-19T14:44:52Z</dcterms:created>
  <dcterms:modified xsi:type="dcterms:W3CDTF">2026-04-19T14:44:52Z</dcterms:modified>
</cp:coreProperties>
</file>